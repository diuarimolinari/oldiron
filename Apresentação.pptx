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309" r:id="rId2"/>
    <p:sldId id="308" r:id="rId3"/>
    <p:sldId id="310" r:id="rId4"/>
    <p:sldId id="311" r:id="rId5"/>
    <p:sldId id="317" r:id="rId6"/>
    <p:sldId id="318" r:id="rId7"/>
    <p:sldId id="319" r:id="rId8"/>
    <p:sldId id="320" r:id="rId9"/>
    <p:sldId id="321" r:id="rId10"/>
    <p:sldId id="322" r:id="rId11"/>
    <p:sldId id="323" r:id="rId12"/>
    <p:sldId id="314" r:id="rId13"/>
    <p:sldId id="325" r:id="rId14"/>
    <p:sldId id="324" r:id="rId15"/>
    <p:sldId id="313" r:id="rId16"/>
    <p:sldId id="315" r:id="rId17"/>
    <p:sldId id="316" r:id="rId18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Palatino Linotype" panose="02040502050505030304" pitchFamily="18" charset="0"/>
      <p:regular r:id="rId24"/>
      <p:bold r:id="rId25"/>
      <p:italic r:id="rId26"/>
      <p:boldItalic r:id="rId27"/>
    </p:embeddedFont>
    <p:embeddedFont>
      <p:font typeface="Century Gothic" panose="020B0502020202020204" pitchFamily="3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0397"/>
    <a:srgbClr val="F74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1" d="100"/>
          <a:sy n="91" d="100"/>
        </p:scale>
        <p:origin x="78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buChar char="●"/>
              <a:defRPr sz="1100"/>
            </a:lvl1pPr>
            <a:lvl2pPr lvl="1">
              <a:spcBef>
                <a:spcPts val="0"/>
              </a:spcBef>
              <a:buSzPct val="100000"/>
              <a:buChar char="○"/>
              <a:defRPr sz="1100"/>
            </a:lvl2pPr>
            <a:lvl3pPr lvl="2">
              <a:spcBef>
                <a:spcPts val="0"/>
              </a:spcBef>
              <a:buSzPct val="100000"/>
              <a:buChar char="■"/>
              <a:defRPr sz="1100"/>
            </a:lvl3pPr>
            <a:lvl4pPr lvl="3">
              <a:spcBef>
                <a:spcPts val="0"/>
              </a:spcBef>
              <a:buSzPct val="100000"/>
              <a:buChar char="●"/>
              <a:defRPr sz="1100"/>
            </a:lvl4pPr>
            <a:lvl5pPr lvl="4">
              <a:spcBef>
                <a:spcPts val="0"/>
              </a:spcBef>
              <a:buSzPct val="100000"/>
              <a:buChar char="○"/>
              <a:defRPr sz="1100"/>
            </a:lvl5pPr>
            <a:lvl6pPr lvl="5">
              <a:spcBef>
                <a:spcPts val="0"/>
              </a:spcBef>
              <a:buSzPct val="100000"/>
              <a:buChar char="■"/>
              <a:defRPr sz="1100"/>
            </a:lvl6pPr>
            <a:lvl7pPr lvl="6">
              <a:spcBef>
                <a:spcPts val="0"/>
              </a:spcBef>
              <a:buSzPct val="100000"/>
              <a:buChar char="●"/>
              <a:defRPr sz="1100"/>
            </a:lvl7pPr>
            <a:lvl8pPr lvl="7">
              <a:spcBef>
                <a:spcPts val="0"/>
              </a:spcBef>
              <a:buSzPct val="100000"/>
              <a:buChar char="○"/>
              <a:defRPr sz="1100"/>
            </a:lvl8pPr>
            <a:lvl9pPr lvl="8">
              <a:spcBef>
                <a:spcPts val="0"/>
              </a:spcBef>
              <a:buSzPct val="1000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324492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605449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293053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05012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736196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349378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7503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281862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203398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863286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18729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433874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944212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03256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728160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364920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54975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údo com Legenda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"/>
          <p:cNvSpPr txBox="1">
            <a:spLocks noGrp="1"/>
          </p:cNvSpPr>
          <p:nvPr>
            <p:ph type="title"/>
          </p:nvPr>
        </p:nvSpPr>
        <p:spPr>
          <a:xfrm>
            <a:off x="5907087" y="266700"/>
            <a:ext cx="3008313" cy="20954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Font typeface="Palatino Linotype"/>
              <a:buNone/>
              <a:defRPr sz="2800" b="0" i="0" u="none" strike="noStrike" cap="non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13" name="Shape 13"/>
          <p:cNvSpPr txBox="1">
            <a:spLocks noGrp="1"/>
          </p:cNvSpPr>
          <p:nvPr>
            <p:ph type="body" idx="1"/>
          </p:nvPr>
        </p:nvSpPr>
        <p:spPr>
          <a:xfrm>
            <a:off x="719137" y="273050"/>
            <a:ext cx="4995862" cy="585311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39700" algn="l" rtl="0">
              <a:spcBef>
                <a:spcPts val="640"/>
              </a:spcBef>
              <a:buClr>
                <a:srgbClr val="7F7F7F"/>
              </a:buClr>
              <a:buSzPct val="100000"/>
              <a:buFont typeface="Arial"/>
              <a:buChar char="•"/>
              <a:defRPr sz="32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742950" marR="0" lvl="1" indent="-107950" algn="l" rtl="0">
              <a:spcBef>
                <a:spcPts val="560"/>
              </a:spcBef>
              <a:buClr>
                <a:srgbClr val="7F7F7F"/>
              </a:buClr>
              <a:buSzPct val="100000"/>
              <a:buFont typeface="Courier New"/>
              <a:buChar char="o"/>
              <a:defRPr sz="28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143000" marR="0" lvl="2" indent="-76200" algn="l" rtl="0">
              <a:spcBef>
                <a:spcPts val="480"/>
              </a:spcBef>
              <a:buClr>
                <a:srgbClr val="7F7F7F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600200" marR="0" lvl="3" indent="-101600" algn="l" rtl="0">
              <a:spcBef>
                <a:spcPts val="400"/>
              </a:spcBef>
              <a:buClr>
                <a:srgbClr val="7F7F7F"/>
              </a:buClr>
              <a:buSzPct val="100000"/>
              <a:buFont typeface="Courier New"/>
              <a:buChar char="o"/>
              <a:defRPr sz="20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057400" marR="0" lvl="4" indent="-101600" algn="l" rtl="0">
              <a:spcBef>
                <a:spcPts val="400"/>
              </a:spcBef>
              <a:buClr>
                <a:srgbClr val="7F7F7F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514600" marR="0" lvl="5" indent="-101600" algn="l" rtl="0">
              <a:spcBef>
                <a:spcPts val="400"/>
              </a:spcBef>
              <a:buClr>
                <a:srgbClr val="7F7F7F"/>
              </a:buClr>
              <a:buSzPct val="100000"/>
              <a:buFont typeface="Courier New"/>
              <a:buChar char="o"/>
              <a:defRPr sz="20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2971800" marR="0" lvl="6" indent="-101600" algn="l" rtl="0">
              <a:spcBef>
                <a:spcPts val="400"/>
              </a:spcBef>
              <a:buClr>
                <a:srgbClr val="7F7F7F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429000" marR="0" lvl="7" indent="-101600" algn="l" rtl="0">
              <a:spcBef>
                <a:spcPts val="400"/>
              </a:spcBef>
              <a:buClr>
                <a:srgbClr val="7F7F7F"/>
              </a:buClr>
              <a:buSzPct val="100000"/>
              <a:buFont typeface="Courier New"/>
              <a:buChar char="o"/>
              <a:defRPr sz="20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3886200" marR="0" lvl="8" indent="-101600" algn="l" rtl="0">
              <a:spcBef>
                <a:spcPts val="400"/>
              </a:spcBef>
              <a:buClr>
                <a:srgbClr val="7F7F7F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4" name="Shape 14"/>
          <p:cNvSpPr txBox="1">
            <a:spLocks noGrp="1"/>
          </p:cNvSpPr>
          <p:nvPr>
            <p:ph type="body" idx="2"/>
          </p:nvPr>
        </p:nvSpPr>
        <p:spPr>
          <a:xfrm>
            <a:off x="5907087" y="2438400"/>
            <a:ext cx="3008313" cy="368776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ctr" rtl="0">
              <a:lnSpc>
                <a:spcPct val="125000"/>
              </a:lnSpc>
              <a:spcBef>
                <a:spcPts val="320"/>
              </a:spcBef>
              <a:buClr>
                <a:srgbClr val="7F7F7F"/>
              </a:buClr>
              <a:buFont typeface="Arial"/>
              <a:buNone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457200" marR="0" lvl="1" indent="0" algn="l" rtl="0">
              <a:spcBef>
                <a:spcPts val="240"/>
              </a:spcBef>
              <a:buClr>
                <a:srgbClr val="7F7F7F"/>
              </a:buClr>
              <a:buFont typeface="Courier New"/>
              <a:buNone/>
              <a:defRPr sz="12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914400" marR="0" lvl="2" indent="0" algn="l" rtl="0">
              <a:spcBef>
                <a:spcPts val="200"/>
              </a:spcBef>
              <a:buClr>
                <a:srgbClr val="7F7F7F"/>
              </a:buClr>
              <a:buFont typeface="Arial"/>
              <a:buNone/>
              <a:defRPr sz="10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371600" marR="0" lvl="3" indent="0" algn="l" rtl="0">
              <a:spcBef>
                <a:spcPts val="180"/>
              </a:spcBef>
              <a:buClr>
                <a:srgbClr val="7F7F7F"/>
              </a:buClr>
              <a:buFont typeface="Courier New"/>
              <a:buNone/>
              <a:defRPr sz="9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1828800" marR="0" lvl="4" indent="0" algn="l" rtl="0">
              <a:spcBef>
                <a:spcPts val="180"/>
              </a:spcBef>
              <a:buClr>
                <a:srgbClr val="7F7F7F"/>
              </a:buClr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286000" marR="0" lvl="5" indent="0" algn="l" rtl="0">
              <a:spcBef>
                <a:spcPts val="180"/>
              </a:spcBef>
              <a:buClr>
                <a:srgbClr val="7F7F7F"/>
              </a:buClr>
              <a:buFont typeface="Courier New"/>
              <a:buNone/>
              <a:defRPr sz="9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2743200" marR="0" lvl="6" indent="0" algn="l" rtl="0">
              <a:spcBef>
                <a:spcPts val="180"/>
              </a:spcBef>
              <a:buClr>
                <a:srgbClr val="7F7F7F"/>
              </a:buClr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200400" marR="0" lvl="7" indent="0" algn="l" rtl="0">
              <a:spcBef>
                <a:spcPts val="180"/>
              </a:spcBef>
              <a:buClr>
                <a:srgbClr val="7F7F7F"/>
              </a:buClr>
              <a:buFont typeface="Courier New"/>
              <a:buNone/>
              <a:defRPr sz="9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3657600" marR="0" lvl="8" indent="0" algn="l" rtl="0">
              <a:spcBef>
                <a:spcPts val="180"/>
              </a:spcBef>
              <a:buClr>
                <a:srgbClr val="7F7F7F"/>
              </a:buClr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dt" idx="10"/>
          </p:nvPr>
        </p:nvSpPr>
        <p:spPr>
          <a:xfrm>
            <a:off x="6363346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ftr" idx="11"/>
          </p:nvPr>
        </p:nvSpPr>
        <p:spPr>
          <a:xfrm>
            <a:off x="659164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sldNum" idx="12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lIns="27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‹nº›</a:t>
            </a:fld>
            <a:endParaRPr lang="en-US" sz="1200" b="0" i="0" u="none" strike="noStrike" cap="none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6001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lnSpc>
                <a:spcPct val="107407"/>
              </a:lnSpc>
              <a:spcBef>
                <a:spcPts val="0"/>
              </a:spcBef>
              <a:buClr>
                <a:schemeClr val="dk2"/>
              </a:buClr>
              <a:buFont typeface="Palatino Linotype"/>
              <a:buNone/>
              <a:defRPr sz="5400" b="0" i="0" u="none" strike="noStrike" cap="non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90500" algn="l" rtl="0">
              <a:spcBef>
                <a:spcPts val="480"/>
              </a:spcBef>
              <a:buClr>
                <a:srgbClr val="7F7F7F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742950" marR="0" lvl="1" indent="-18415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143000" marR="0" lvl="2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600200" marR="0" lvl="3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057400" marR="0" lvl="4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514600" marR="0" lvl="5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2971800" marR="0" lvl="6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429000" marR="0" lvl="7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3886200" marR="0" lvl="8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dt" idx="10"/>
          </p:nvPr>
        </p:nvSpPr>
        <p:spPr>
          <a:xfrm>
            <a:off x="6363346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ftr" idx="11"/>
          </p:nvPr>
        </p:nvSpPr>
        <p:spPr>
          <a:xfrm>
            <a:off x="659164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sldNum" idx="12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lIns="27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‹nº›</a:t>
            </a:fld>
            <a:endParaRPr lang="en-US" sz="1200" b="0" i="0" u="none" strike="noStrike" cap="none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722312" y="1371600"/>
            <a:ext cx="7772400" cy="250507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Font typeface="Palatino Linotype"/>
              <a:buNone/>
              <a:defRPr sz="4800" b="0" i="0" u="none" strike="noStrike" cap="non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722312" y="4068762"/>
            <a:ext cx="7772400" cy="11318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ctr" rtl="0">
              <a:spcBef>
                <a:spcPts val="400"/>
              </a:spcBef>
              <a:buClr>
                <a:srgbClr val="888888"/>
              </a:buClr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457200" marR="0" lvl="1" indent="0" algn="l" rtl="0">
              <a:spcBef>
                <a:spcPts val="360"/>
              </a:spcBef>
              <a:buClr>
                <a:srgbClr val="888888"/>
              </a:buClr>
              <a:buFont typeface="Courier New"/>
              <a:buNone/>
              <a:defRPr sz="18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914400" marR="0" lvl="2" indent="0" algn="l" rtl="0">
              <a:spcBef>
                <a:spcPts val="320"/>
              </a:spcBef>
              <a:buClr>
                <a:srgbClr val="888888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371600" marR="0" lvl="3" indent="0" algn="l" rtl="0">
              <a:spcBef>
                <a:spcPts val="280"/>
              </a:spcBef>
              <a:buClr>
                <a:srgbClr val="888888"/>
              </a:buClr>
              <a:buFont typeface="Courier New"/>
              <a:buNone/>
              <a:defRPr sz="14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1828800" marR="0" lvl="4" indent="0" algn="l" rtl="0">
              <a:spcBef>
                <a:spcPts val="280"/>
              </a:spcBef>
              <a:buClr>
                <a:srgbClr val="888888"/>
              </a:buClr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286000" marR="0" lvl="5" indent="0" algn="l" rtl="0">
              <a:spcBef>
                <a:spcPts val="280"/>
              </a:spcBef>
              <a:buClr>
                <a:srgbClr val="888888"/>
              </a:buClr>
              <a:buFont typeface="Courier New"/>
              <a:buNone/>
              <a:defRPr sz="14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2743200" marR="0" lvl="6" indent="0" algn="l" rtl="0">
              <a:spcBef>
                <a:spcPts val="280"/>
              </a:spcBef>
              <a:buClr>
                <a:srgbClr val="888888"/>
              </a:buClr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200400" marR="0" lvl="7" indent="0" algn="l" rtl="0">
              <a:spcBef>
                <a:spcPts val="280"/>
              </a:spcBef>
              <a:buClr>
                <a:srgbClr val="888888"/>
              </a:buClr>
              <a:buFont typeface="Courier New"/>
              <a:buNone/>
              <a:defRPr sz="14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3657600" marR="0" lvl="8" indent="0" algn="l" rtl="0">
              <a:spcBef>
                <a:spcPts val="280"/>
              </a:spcBef>
              <a:buClr>
                <a:srgbClr val="888888"/>
              </a:buClr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dt" idx="10"/>
          </p:nvPr>
        </p:nvSpPr>
        <p:spPr>
          <a:xfrm>
            <a:off x="6363346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ftr" idx="11"/>
          </p:nvPr>
        </p:nvSpPr>
        <p:spPr>
          <a:xfrm>
            <a:off x="659164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sldNum" idx="12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lIns="27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‹nº›</a:t>
            </a:fld>
            <a:endParaRPr lang="en-US" sz="1200" b="0" i="0" u="none" strike="noStrike" cap="none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" name="Shape 36"/>
          <p:cNvSpPr/>
          <p:nvPr/>
        </p:nvSpPr>
        <p:spPr>
          <a:xfrm>
            <a:off x="4495800" y="3924300"/>
            <a:ext cx="84771" cy="84771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 b="0" i="0" u="none" strike="noStrike" cap="none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37" name="Shape 37"/>
          <p:cNvSpPr/>
          <p:nvPr/>
        </p:nvSpPr>
        <p:spPr>
          <a:xfrm>
            <a:off x="4695825" y="3924300"/>
            <a:ext cx="84771" cy="84771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 b="0" i="0" u="none" strike="noStrike" cap="none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38" name="Shape 38"/>
          <p:cNvSpPr/>
          <p:nvPr/>
        </p:nvSpPr>
        <p:spPr>
          <a:xfrm>
            <a:off x="4296728" y="3924300"/>
            <a:ext cx="84771" cy="84771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 b="0" i="0" u="none" strike="noStrike" cap="none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uas Partes de Conteúdo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40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6001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lnSpc>
                <a:spcPct val="107407"/>
              </a:lnSpc>
              <a:spcBef>
                <a:spcPts val="0"/>
              </a:spcBef>
              <a:buClr>
                <a:schemeClr val="dk2"/>
              </a:buClr>
              <a:buFont typeface="Palatino Linotype"/>
              <a:buNone/>
              <a:defRPr sz="5400" b="0" i="0" u="none" strike="noStrike" cap="non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body" idx="1"/>
          </p:nvPr>
        </p:nvSpPr>
        <p:spPr>
          <a:xfrm>
            <a:off x="4648200" y="1600200"/>
            <a:ext cx="4038599" cy="452596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90500" algn="l" rtl="0">
              <a:spcBef>
                <a:spcPts val="480"/>
              </a:spcBef>
              <a:buClr>
                <a:srgbClr val="7F7F7F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742950" marR="0" lvl="1" indent="-18415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143000" marR="0" lvl="2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600200" marR="0" lvl="3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057400" marR="0" lvl="4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514600" marR="0" lvl="5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2971800" marR="0" lvl="6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429000" marR="0" lvl="7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3886200" marR="0" lvl="8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dt" idx="10"/>
          </p:nvPr>
        </p:nvSpPr>
        <p:spPr>
          <a:xfrm>
            <a:off x="6363346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ftr" idx="11"/>
          </p:nvPr>
        </p:nvSpPr>
        <p:spPr>
          <a:xfrm>
            <a:off x="659164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sldNum" idx="12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lIns="27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‹nº›</a:t>
            </a:fld>
            <a:endParaRPr lang="en-US" sz="1200" b="0" i="0" u="none" strike="noStrike" cap="none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" name="Shape 45"/>
          <p:cNvSpPr txBox="1">
            <a:spLocks noGrp="1"/>
          </p:cNvSpPr>
          <p:nvPr>
            <p:ph type="body" idx="2"/>
          </p:nvPr>
        </p:nvSpPr>
        <p:spPr>
          <a:xfrm>
            <a:off x="365760" y="1600200"/>
            <a:ext cx="4041648" cy="45262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90500" algn="l" rtl="0">
              <a:spcBef>
                <a:spcPts val="480"/>
              </a:spcBef>
              <a:buClr>
                <a:srgbClr val="7F7F7F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742950" marR="0" lvl="1" indent="-18415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143000" marR="0" lvl="2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600200" marR="0" lvl="3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057400" marR="0" lvl="4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514600" marR="0" lvl="5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2971800" marR="0" lvl="6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429000" marR="0" lvl="7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3886200" marR="0" lvl="8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ção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6001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lnSpc>
                <a:spcPct val="107407"/>
              </a:lnSpc>
              <a:spcBef>
                <a:spcPts val="0"/>
              </a:spcBef>
              <a:buClr>
                <a:schemeClr val="dk2"/>
              </a:buClr>
              <a:buFont typeface="Palatino Linotype"/>
              <a:buNone/>
              <a:defRPr sz="5400" b="0" i="0" u="none" strike="noStrike" cap="non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48" name="Shape 4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40187" cy="609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spcBef>
                <a:spcPts val="480"/>
              </a:spcBef>
              <a:buClr>
                <a:srgbClr val="7F7F7F"/>
              </a:buClr>
              <a:buFont typeface="Arial"/>
              <a:buNone/>
              <a:defRPr sz="24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457200" marR="0" lvl="1" indent="0" algn="l" rtl="0">
              <a:spcBef>
                <a:spcPts val="400"/>
              </a:spcBef>
              <a:buClr>
                <a:srgbClr val="7F7F7F"/>
              </a:buClr>
              <a:buFont typeface="Courier New"/>
              <a:buNone/>
              <a:defRPr sz="2000" b="1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914400" marR="0" lvl="2" indent="0" algn="l" rtl="0">
              <a:spcBef>
                <a:spcPts val="360"/>
              </a:spcBef>
              <a:buClr>
                <a:srgbClr val="7F7F7F"/>
              </a:buClr>
              <a:buFont typeface="Arial"/>
              <a:buNone/>
              <a:defRPr sz="1800" b="1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371600" marR="0" lvl="3" indent="0" algn="l" rtl="0">
              <a:spcBef>
                <a:spcPts val="320"/>
              </a:spcBef>
              <a:buClr>
                <a:srgbClr val="7F7F7F"/>
              </a:buClr>
              <a:buFont typeface="Courier New"/>
              <a:buNone/>
              <a:defRPr sz="1600" b="1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1828800" marR="0" lvl="4" indent="0" algn="l" rtl="0">
              <a:spcBef>
                <a:spcPts val="320"/>
              </a:spcBef>
              <a:buClr>
                <a:srgbClr val="7F7F7F"/>
              </a:buClr>
              <a:buFont typeface="Arial"/>
              <a:buNone/>
              <a:defRPr sz="1600" b="1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286000" marR="0" lvl="5" indent="0" algn="l" rtl="0">
              <a:spcBef>
                <a:spcPts val="320"/>
              </a:spcBef>
              <a:buClr>
                <a:srgbClr val="7F7F7F"/>
              </a:buClr>
              <a:buFont typeface="Courier New"/>
              <a:buNone/>
              <a:defRPr sz="1600" b="1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2743200" marR="0" lvl="6" indent="0" algn="l" rtl="0">
              <a:spcBef>
                <a:spcPts val="320"/>
              </a:spcBef>
              <a:buClr>
                <a:srgbClr val="7F7F7F"/>
              </a:buClr>
              <a:buFont typeface="Arial"/>
              <a:buNone/>
              <a:defRPr sz="1600" b="1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200400" marR="0" lvl="7" indent="0" algn="l" rtl="0">
              <a:spcBef>
                <a:spcPts val="320"/>
              </a:spcBef>
              <a:buClr>
                <a:srgbClr val="7F7F7F"/>
              </a:buClr>
              <a:buFont typeface="Courier New"/>
              <a:buNone/>
              <a:defRPr sz="1600" b="1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3657600" marR="0" lvl="8" indent="0" algn="l" rtl="0">
              <a:spcBef>
                <a:spcPts val="320"/>
              </a:spcBef>
              <a:buClr>
                <a:srgbClr val="7F7F7F"/>
              </a:buClr>
              <a:buFont typeface="Arial"/>
              <a:buNone/>
              <a:defRPr sz="1600" b="1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49" name="Shape 49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41774" cy="609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spcBef>
                <a:spcPts val="480"/>
              </a:spcBef>
              <a:buClr>
                <a:srgbClr val="7F7F7F"/>
              </a:buClr>
              <a:buFont typeface="Arial"/>
              <a:buNone/>
              <a:defRPr sz="24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457200" marR="0" lvl="1" indent="0" algn="l" rtl="0">
              <a:spcBef>
                <a:spcPts val="400"/>
              </a:spcBef>
              <a:buClr>
                <a:srgbClr val="7F7F7F"/>
              </a:buClr>
              <a:buFont typeface="Courier New"/>
              <a:buNone/>
              <a:defRPr sz="2000" b="1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914400" marR="0" lvl="2" indent="0" algn="l" rtl="0">
              <a:spcBef>
                <a:spcPts val="360"/>
              </a:spcBef>
              <a:buClr>
                <a:srgbClr val="7F7F7F"/>
              </a:buClr>
              <a:buFont typeface="Arial"/>
              <a:buNone/>
              <a:defRPr sz="1800" b="1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371600" marR="0" lvl="3" indent="0" algn="l" rtl="0">
              <a:spcBef>
                <a:spcPts val="320"/>
              </a:spcBef>
              <a:buClr>
                <a:srgbClr val="7F7F7F"/>
              </a:buClr>
              <a:buFont typeface="Courier New"/>
              <a:buNone/>
              <a:defRPr sz="1600" b="1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1828800" marR="0" lvl="4" indent="0" algn="l" rtl="0">
              <a:spcBef>
                <a:spcPts val="320"/>
              </a:spcBef>
              <a:buClr>
                <a:srgbClr val="7F7F7F"/>
              </a:buClr>
              <a:buFont typeface="Arial"/>
              <a:buNone/>
              <a:defRPr sz="1600" b="1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286000" marR="0" lvl="5" indent="0" algn="l" rtl="0">
              <a:spcBef>
                <a:spcPts val="320"/>
              </a:spcBef>
              <a:buClr>
                <a:srgbClr val="7F7F7F"/>
              </a:buClr>
              <a:buFont typeface="Courier New"/>
              <a:buNone/>
              <a:defRPr sz="1600" b="1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2743200" marR="0" lvl="6" indent="0" algn="l" rtl="0">
              <a:spcBef>
                <a:spcPts val="320"/>
              </a:spcBef>
              <a:buClr>
                <a:srgbClr val="7F7F7F"/>
              </a:buClr>
              <a:buFont typeface="Arial"/>
              <a:buNone/>
              <a:defRPr sz="1600" b="1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200400" marR="0" lvl="7" indent="0" algn="l" rtl="0">
              <a:spcBef>
                <a:spcPts val="320"/>
              </a:spcBef>
              <a:buClr>
                <a:srgbClr val="7F7F7F"/>
              </a:buClr>
              <a:buFont typeface="Courier New"/>
              <a:buNone/>
              <a:defRPr sz="1600" b="1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3657600" marR="0" lvl="8" indent="0" algn="l" rtl="0">
              <a:spcBef>
                <a:spcPts val="320"/>
              </a:spcBef>
              <a:buClr>
                <a:srgbClr val="7F7F7F"/>
              </a:buClr>
              <a:buFont typeface="Arial"/>
              <a:buNone/>
              <a:defRPr sz="1600" b="1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50" name="Shape 50"/>
          <p:cNvSpPr txBox="1">
            <a:spLocks noGrp="1"/>
          </p:cNvSpPr>
          <p:nvPr>
            <p:ph type="dt" idx="10"/>
          </p:nvPr>
        </p:nvSpPr>
        <p:spPr>
          <a:xfrm>
            <a:off x="6363346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>
            <a:endParaRPr/>
          </a:p>
        </p:txBody>
      </p:sp>
      <p:sp>
        <p:nvSpPr>
          <p:cNvPr id="51" name="Shape 51"/>
          <p:cNvSpPr txBox="1">
            <a:spLocks noGrp="1"/>
          </p:cNvSpPr>
          <p:nvPr>
            <p:ph type="ftr" idx="11"/>
          </p:nvPr>
        </p:nvSpPr>
        <p:spPr>
          <a:xfrm>
            <a:off x="659164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sldNum" idx="12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lIns="27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‹nº›</a:t>
            </a:fld>
            <a:endParaRPr lang="en-US" sz="1200" b="0" i="0" u="none" strike="noStrike" cap="none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3" name="Shape 53"/>
          <p:cNvSpPr txBox="1">
            <a:spLocks noGrp="1"/>
          </p:cNvSpPr>
          <p:nvPr>
            <p:ph type="body" idx="3"/>
          </p:nvPr>
        </p:nvSpPr>
        <p:spPr>
          <a:xfrm>
            <a:off x="457200" y="2212848"/>
            <a:ext cx="4041648" cy="391363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90500" algn="l" rtl="0">
              <a:spcBef>
                <a:spcPts val="480"/>
              </a:spcBef>
              <a:buClr>
                <a:srgbClr val="7F7F7F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742950" marR="0" lvl="1" indent="-18415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143000" marR="0" lvl="2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600200" marR="0" lvl="3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057400" marR="0" lvl="4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514600" marR="0" lvl="5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2971800" marR="0" lvl="6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429000" marR="0" lvl="7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3886200" marR="0" lvl="8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54" name="Shape 54"/>
          <p:cNvSpPr txBox="1">
            <a:spLocks noGrp="1"/>
          </p:cNvSpPr>
          <p:nvPr>
            <p:ph type="body" idx="4"/>
          </p:nvPr>
        </p:nvSpPr>
        <p:spPr>
          <a:xfrm>
            <a:off x="4672583" y="2212848"/>
            <a:ext cx="4041648" cy="39131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90500" algn="l" rtl="0">
              <a:spcBef>
                <a:spcPts val="480"/>
              </a:spcBef>
              <a:buClr>
                <a:srgbClr val="7F7F7F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742950" marR="0" lvl="1" indent="-18415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143000" marR="0" lvl="2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600200" marR="0" lvl="3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057400" marR="0" lvl="4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514600" marR="0" lvl="5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2971800" marR="0" lvl="6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429000" marR="0" lvl="7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3886200" marR="0" lvl="8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omente título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6001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lnSpc>
                <a:spcPct val="107407"/>
              </a:lnSpc>
              <a:spcBef>
                <a:spcPts val="0"/>
              </a:spcBef>
              <a:buClr>
                <a:schemeClr val="dk2"/>
              </a:buClr>
              <a:buFont typeface="Palatino Linotype"/>
              <a:buNone/>
              <a:defRPr sz="5400" b="0" i="0" u="none" strike="noStrike" cap="non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57" name="Shape 57"/>
          <p:cNvSpPr txBox="1">
            <a:spLocks noGrp="1"/>
          </p:cNvSpPr>
          <p:nvPr>
            <p:ph type="dt" idx="10"/>
          </p:nvPr>
        </p:nvSpPr>
        <p:spPr>
          <a:xfrm>
            <a:off x="6363346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ftr" idx="11"/>
          </p:nvPr>
        </p:nvSpPr>
        <p:spPr>
          <a:xfrm>
            <a:off x="659164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>
            <a:endParaRPr/>
          </a:p>
        </p:txBody>
      </p:sp>
      <p:sp>
        <p:nvSpPr>
          <p:cNvPr id="59" name="Shape 59"/>
          <p:cNvSpPr txBox="1">
            <a:spLocks noGrp="1"/>
          </p:cNvSpPr>
          <p:nvPr>
            <p:ph type="sldNum" idx="12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lIns="27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‹nº›</a:t>
            </a:fld>
            <a:endParaRPr lang="en-US" sz="1200" b="0" i="0" u="none" strike="noStrike" cap="none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 txBox="1">
            <a:spLocks noGrp="1"/>
          </p:cNvSpPr>
          <p:nvPr>
            <p:ph type="dt" idx="10"/>
          </p:nvPr>
        </p:nvSpPr>
        <p:spPr>
          <a:xfrm>
            <a:off x="6363346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>
            <a:endParaRPr/>
          </a:p>
        </p:txBody>
      </p:sp>
      <p:sp>
        <p:nvSpPr>
          <p:cNvPr id="62" name="Shape 62"/>
          <p:cNvSpPr txBox="1">
            <a:spLocks noGrp="1"/>
          </p:cNvSpPr>
          <p:nvPr>
            <p:ph type="ftr" idx="11"/>
          </p:nvPr>
        </p:nvSpPr>
        <p:spPr>
          <a:xfrm>
            <a:off x="659164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>
            <a:endParaRPr/>
          </a:p>
        </p:txBody>
      </p:sp>
      <p:sp>
        <p:nvSpPr>
          <p:cNvPr id="63" name="Shape 63"/>
          <p:cNvSpPr txBox="1">
            <a:spLocks noGrp="1"/>
          </p:cNvSpPr>
          <p:nvPr>
            <p:ph type="sldNum" idx="12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lIns="27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‹nº›</a:t>
            </a:fld>
            <a:endParaRPr lang="en-US" sz="1200" b="0" i="0" u="none" strike="noStrike" cap="none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m com Legenda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 txBox="1">
            <a:spLocks noGrp="1"/>
          </p:cNvSpPr>
          <p:nvPr>
            <p:ph type="title"/>
          </p:nvPr>
        </p:nvSpPr>
        <p:spPr>
          <a:xfrm>
            <a:off x="1679575" y="228600"/>
            <a:ext cx="5711824" cy="8953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Font typeface="Palatino Linotype"/>
              <a:buNone/>
              <a:defRPr sz="2800" b="0" i="0" u="none" strike="noStrike" cap="non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66" name="Shape 66"/>
          <p:cNvSpPr>
            <a:spLocks noGrp="1"/>
          </p:cNvSpPr>
          <p:nvPr>
            <p:ph type="pic" idx="2"/>
          </p:nvPr>
        </p:nvSpPr>
        <p:spPr>
          <a:xfrm>
            <a:off x="1508125" y="1143000"/>
            <a:ext cx="6054724" cy="4541043"/>
          </a:xfrm>
          <a:prstGeom prst="rect">
            <a:avLst/>
          </a:prstGeom>
          <a:noFill/>
          <a:ln w="762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88900" dist="50800" dir="5400000" algn="ctr" rotWithShape="0">
              <a:srgbClr val="000000">
                <a:alpha val="24705"/>
              </a:srgbClr>
            </a:outerShdw>
          </a:effectLst>
        </p:spPr>
        <p:txBody>
          <a:bodyPr lIns="91425" tIns="91425" rIns="91425" bIns="91425" anchor="t" anchorCtr="0"/>
          <a:lstStyle>
            <a:lvl1pPr marL="0" marR="0" lvl="0" indent="0" algn="ctr" rtl="0">
              <a:spcBef>
                <a:spcPts val="640"/>
              </a:spcBef>
              <a:buClr>
                <a:srgbClr val="7F7F7F"/>
              </a:buClr>
              <a:buFont typeface="Arial"/>
              <a:buNone/>
              <a:defRPr sz="32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457200" marR="0" lvl="1" indent="0" algn="l" rtl="0">
              <a:spcBef>
                <a:spcPts val="560"/>
              </a:spcBef>
              <a:buClr>
                <a:srgbClr val="7F7F7F"/>
              </a:buClr>
              <a:buFont typeface="Courier New"/>
              <a:buNone/>
              <a:defRPr sz="28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914400" marR="0" lvl="2" indent="0" algn="l" rtl="0">
              <a:spcBef>
                <a:spcPts val="480"/>
              </a:spcBef>
              <a:buClr>
                <a:srgbClr val="7F7F7F"/>
              </a:buClr>
              <a:buFont typeface="Arial"/>
              <a:buNone/>
              <a:defRPr sz="24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371600" marR="0" lvl="3" indent="0" algn="l" rtl="0">
              <a:spcBef>
                <a:spcPts val="400"/>
              </a:spcBef>
              <a:buClr>
                <a:srgbClr val="7F7F7F"/>
              </a:buClr>
              <a:buFont typeface="Courier New"/>
              <a:buNone/>
              <a:defRPr sz="20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1828800" marR="0" lvl="4" indent="0" algn="l" rtl="0">
              <a:spcBef>
                <a:spcPts val="400"/>
              </a:spcBef>
              <a:buClr>
                <a:srgbClr val="7F7F7F"/>
              </a:buClr>
              <a:buFont typeface="Arial"/>
              <a:buNone/>
              <a:defRPr sz="20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286000" marR="0" lvl="5" indent="0" algn="l" rtl="0">
              <a:spcBef>
                <a:spcPts val="400"/>
              </a:spcBef>
              <a:buClr>
                <a:srgbClr val="7F7F7F"/>
              </a:buClr>
              <a:buFont typeface="Courier New"/>
              <a:buNone/>
              <a:defRPr sz="20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2743200" marR="0" lvl="6" indent="0" algn="l" rtl="0">
              <a:spcBef>
                <a:spcPts val="400"/>
              </a:spcBef>
              <a:buClr>
                <a:srgbClr val="7F7F7F"/>
              </a:buClr>
              <a:buFont typeface="Arial"/>
              <a:buNone/>
              <a:defRPr sz="20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200400" marR="0" lvl="7" indent="0" algn="l" rtl="0">
              <a:spcBef>
                <a:spcPts val="400"/>
              </a:spcBef>
              <a:buClr>
                <a:srgbClr val="7F7F7F"/>
              </a:buClr>
              <a:buFont typeface="Courier New"/>
              <a:buNone/>
              <a:defRPr sz="20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3657600" marR="0" lvl="8" indent="0" algn="l" rtl="0">
              <a:spcBef>
                <a:spcPts val="400"/>
              </a:spcBef>
              <a:buClr>
                <a:srgbClr val="7F7F7F"/>
              </a:buClr>
              <a:buFont typeface="Arial"/>
              <a:buNone/>
              <a:defRPr sz="20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67" name="Shape 67"/>
          <p:cNvSpPr txBox="1">
            <a:spLocks noGrp="1"/>
          </p:cNvSpPr>
          <p:nvPr>
            <p:ph type="body" idx="1"/>
          </p:nvPr>
        </p:nvSpPr>
        <p:spPr>
          <a:xfrm>
            <a:off x="1679575" y="5810250"/>
            <a:ext cx="5711824" cy="533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ctr" rtl="0">
              <a:spcBef>
                <a:spcPts val="320"/>
              </a:spcBef>
              <a:buClr>
                <a:srgbClr val="7F7F7F"/>
              </a:buClr>
              <a:buFont typeface="Arial"/>
              <a:buNone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457200" marR="0" lvl="1" indent="0" algn="l" rtl="0">
              <a:spcBef>
                <a:spcPts val="240"/>
              </a:spcBef>
              <a:buClr>
                <a:srgbClr val="7F7F7F"/>
              </a:buClr>
              <a:buFont typeface="Courier New"/>
              <a:buNone/>
              <a:defRPr sz="12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914400" marR="0" lvl="2" indent="0" algn="l" rtl="0">
              <a:spcBef>
                <a:spcPts val="200"/>
              </a:spcBef>
              <a:buClr>
                <a:srgbClr val="7F7F7F"/>
              </a:buClr>
              <a:buFont typeface="Arial"/>
              <a:buNone/>
              <a:defRPr sz="10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371600" marR="0" lvl="3" indent="0" algn="l" rtl="0">
              <a:spcBef>
                <a:spcPts val="180"/>
              </a:spcBef>
              <a:buClr>
                <a:srgbClr val="7F7F7F"/>
              </a:buClr>
              <a:buFont typeface="Courier New"/>
              <a:buNone/>
              <a:defRPr sz="9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1828800" marR="0" lvl="4" indent="0" algn="l" rtl="0">
              <a:spcBef>
                <a:spcPts val="180"/>
              </a:spcBef>
              <a:buClr>
                <a:srgbClr val="7F7F7F"/>
              </a:buClr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286000" marR="0" lvl="5" indent="0" algn="l" rtl="0">
              <a:spcBef>
                <a:spcPts val="180"/>
              </a:spcBef>
              <a:buClr>
                <a:srgbClr val="7F7F7F"/>
              </a:buClr>
              <a:buFont typeface="Courier New"/>
              <a:buNone/>
              <a:defRPr sz="9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2743200" marR="0" lvl="6" indent="0" algn="l" rtl="0">
              <a:spcBef>
                <a:spcPts val="180"/>
              </a:spcBef>
              <a:buClr>
                <a:srgbClr val="7F7F7F"/>
              </a:buClr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200400" marR="0" lvl="7" indent="0" algn="l" rtl="0">
              <a:spcBef>
                <a:spcPts val="180"/>
              </a:spcBef>
              <a:buClr>
                <a:srgbClr val="7F7F7F"/>
              </a:buClr>
              <a:buFont typeface="Courier New"/>
              <a:buNone/>
              <a:defRPr sz="9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3657600" marR="0" lvl="8" indent="0" algn="l" rtl="0">
              <a:spcBef>
                <a:spcPts val="180"/>
              </a:spcBef>
              <a:buClr>
                <a:srgbClr val="7F7F7F"/>
              </a:buClr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68" name="Shape 68"/>
          <p:cNvSpPr txBox="1">
            <a:spLocks noGrp="1"/>
          </p:cNvSpPr>
          <p:nvPr>
            <p:ph type="dt" idx="10"/>
          </p:nvPr>
        </p:nvSpPr>
        <p:spPr>
          <a:xfrm>
            <a:off x="6363346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>
            <a:endParaRPr/>
          </a:p>
        </p:txBody>
      </p:sp>
      <p:sp>
        <p:nvSpPr>
          <p:cNvPr id="69" name="Shape 69"/>
          <p:cNvSpPr txBox="1">
            <a:spLocks noGrp="1"/>
          </p:cNvSpPr>
          <p:nvPr>
            <p:ph type="ftr" idx="11"/>
          </p:nvPr>
        </p:nvSpPr>
        <p:spPr>
          <a:xfrm>
            <a:off x="659164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>
            <a:endParaRPr/>
          </a:p>
        </p:txBody>
      </p:sp>
      <p:sp>
        <p:nvSpPr>
          <p:cNvPr id="70" name="Shape 70"/>
          <p:cNvSpPr txBox="1">
            <a:spLocks noGrp="1"/>
          </p:cNvSpPr>
          <p:nvPr>
            <p:ph type="sldNum" idx="12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lIns="27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‹nº›</a:t>
            </a:fld>
            <a:endParaRPr lang="en-US" sz="1200" b="0" i="0" u="none" strike="noStrike" cap="none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ítulo e texto vertical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6001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lnSpc>
                <a:spcPct val="107407"/>
              </a:lnSpc>
              <a:spcBef>
                <a:spcPts val="0"/>
              </a:spcBef>
              <a:buClr>
                <a:schemeClr val="dk2"/>
              </a:buClr>
              <a:buFont typeface="Palatino Linotype"/>
              <a:buNone/>
              <a:defRPr sz="5400" b="0" i="0" u="none" strike="noStrike" cap="non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73" name="Shape 73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90500" algn="l" rtl="0">
              <a:spcBef>
                <a:spcPts val="480"/>
              </a:spcBef>
              <a:buClr>
                <a:srgbClr val="7F7F7F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742950" marR="0" lvl="1" indent="-18415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143000" marR="0" lvl="2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600200" marR="0" lvl="3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057400" marR="0" lvl="4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514600" marR="0" lvl="5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2971800" marR="0" lvl="6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429000" marR="0" lvl="7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3886200" marR="0" lvl="8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74" name="Shape 74"/>
          <p:cNvSpPr txBox="1">
            <a:spLocks noGrp="1"/>
          </p:cNvSpPr>
          <p:nvPr>
            <p:ph type="dt" idx="10"/>
          </p:nvPr>
        </p:nvSpPr>
        <p:spPr>
          <a:xfrm>
            <a:off x="6363346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>
            <a:endParaRPr/>
          </a:p>
        </p:txBody>
      </p:sp>
      <p:sp>
        <p:nvSpPr>
          <p:cNvPr id="75" name="Shape 75"/>
          <p:cNvSpPr txBox="1">
            <a:spLocks noGrp="1"/>
          </p:cNvSpPr>
          <p:nvPr>
            <p:ph type="ftr" idx="11"/>
          </p:nvPr>
        </p:nvSpPr>
        <p:spPr>
          <a:xfrm>
            <a:off x="659164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>
            <a:endParaRPr/>
          </a:p>
        </p:txBody>
      </p:sp>
      <p:sp>
        <p:nvSpPr>
          <p:cNvPr id="76" name="Shape 76"/>
          <p:cNvSpPr txBox="1">
            <a:spLocks noGrp="1"/>
          </p:cNvSpPr>
          <p:nvPr>
            <p:ph type="sldNum" idx="12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lIns="27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‹nº›</a:t>
            </a:fld>
            <a:endParaRPr lang="en-US" sz="1200" b="0" i="0" u="none" strike="noStrike" cap="none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Título e texto verticais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lnSpc>
                <a:spcPct val="107407"/>
              </a:lnSpc>
              <a:spcBef>
                <a:spcPts val="0"/>
              </a:spcBef>
              <a:buClr>
                <a:schemeClr val="dk2"/>
              </a:buClr>
              <a:buFont typeface="Palatino Linotype"/>
              <a:buNone/>
              <a:defRPr sz="5400" b="0" i="0" u="none" strike="noStrike" cap="non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type="body" idx="1"/>
          </p:nvPr>
        </p:nvSpPr>
        <p:spPr>
          <a:xfrm rot="5400000">
            <a:off x="541337" y="190500"/>
            <a:ext cx="5851525" cy="6019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90500" algn="l" rtl="0">
              <a:spcBef>
                <a:spcPts val="480"/>
              </a:spcBef>
              <a:buClr>
                <a:srgbClr val="7F7F7F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742950" marR="0" lvl="1" indent="-18415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143000" marR="0" lvl="2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600200" marR="0" lvl="3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057400" marR="0" lvl="4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514600" marR="0" lvl="5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2971800" marR="0" lvl="6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429000" marR="0" lvl="7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3886200" marR="0" lvl="8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80" name="Shape 80"/>
          <p:cNvSpPr txBox="1">
            <a:spLocks noGrp="1"/>
          </p:cNvSpPr>
          <p:nvPr>
            <p:ph type="dt" idx="10"/>
          </p:nvPr>
        </p:nvSpPr>
        <p:spPr>
          <a:xfrm>
            <a:off x="6363346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>
            <a:endParaRPr/>
          </a:p>
        </p:txBody>
      </p:sp>
      <p:sp>
        <p:nvSpPr>
          <p:cNvPr id="81" name="Shape 81"/>
          <p:cNvSpPr txBox="1">
            <a:spLocks noGrp="1"/>
          </p:cNvSpPr>
          <p:nvPr>
            <p:ph type="ftr" idx="11"/>
          </p:nvPr>
        </p:nvSpPr>
        <p:spPr>
          <a:xfrm>
            <a:off x="659164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>
            <a:endParaRPr/>
          </a:p>
        </p:txBody>
      </p:sp>
      <p:sp>
        <p:nvSpPr>
          <p:cNvPr id="82" name="Shape 82"/>
          <p:cNvSpPr txBox="1">
            <a:spLocks noGrp="1"/>
          </p:cNvSpPr>
          <p:nvPr>
            <p:ph type="sldNum" idx="12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lIns="27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‹nº›</a:t>
            </a:fld>
            <a:endParaRPr lang="en-US" sz="1200" b="0" i="0" u="none" strike="noStrike" cap="none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6001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lnSpc>
                <a:spcPct val="107407"/>
              </a:lnSpc>
              <a:spcBef>
                <a:spcPts val="0"/>
              </a:spcBef>
              <a:buClr>
                <a:schemeClr val="dk2"/>
              </a:buClr>
              <a:buFont typeface="Palatino Linotype"/>
              <a:buNone/>
              <a:defRPr sz="5400" b="0" i="0" u="none" strike="noStrike" cap="non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90500" algn="l" rtl="0">
              <a:spcBef>
                <a:spcPts val="480"/>
              </a:spcBef>
              <a:buClr>
                <a:srgbClr val="7F7F7F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742950" marR="0" lvl="1" indent="-18415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143000" marR="0" lvl="2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600200" marR="0" lvl="3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057400" marR="0" lvl="4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514600" marR="0" lvl="5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2971800" marR="0" lvl="6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429000" marR="0" lvl="7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3886200" marR="0" lvl="8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dt" idx="10"/>
          </p:nvPr>
        </p:nvSpPr>
        <p:spPr>
          <a:xfrm>
            <a:off x="6363346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>
            <a:endParaRPr/>
          </a:p>
        </p:txBody>
      </p:sp>
      <p:sp>
        <p:nvSpPr>
          <p:cNvPr id="9" name="Shape 9"/>
          <p:cNvSpPr txBox="1">
            <a:spLocks noGrp="1"/>
          </p:cNvSpPr>
          <p:nvPr>
            <p:ph type="ftr" idx="11"/>
          </p:nvPr>
        </p:nvSpPr>
        <p:spPr>
          <a:xfrm>
            <a:off x="659164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>
            <a:endParaRPr/>
          </a:p>
        </p:txBody>
      </p:sp>
      <p:sp>
        <p:nvSpPr>
          <p:cNvPr id="10" name="Shape 10"/>
          <p:cNvSpPr txBox="1">
            <a:spLocks noGrp="1"/>
          </p:cNvSpPr>
          <p:nvPr>
            <p:ph type="sldNum" idx="12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lIns="27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‹nº›</a:t>
            </a:fld>
            <a:endParaRPr lang="en-US" sz="1200" b="0" i="0" u="none" strike="noStrike" cap="none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1F85B93-C19B-447A-A990-7FA42E687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879230"/>
            <a:ext cx="9144000" cy="7737230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2851" y="1682497"/>
            <a:ext cx="4018298" cy="2028846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0C156441-4358-4F1B-839A-54870FB9388B}"/>
              </a:ext>
            </a:extLst>
          </p:cNvPr>
          <p:cNvSpPr/>
          <p:nvPr/>
        </p:nvSpPr>
        <p:spPr>
          <a:xfrm>
            <a:off x="0" y="5445288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4ª Mostra de Talentos</a:t>
            </a:r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125843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hape 89"/>
          <p:cNvCxnSpPr/>
          <p:nvPr/>
        </p:nvCxnSpPr>
        <p:spPr>
          <a:xfrm rot="10800000">
            <a:off x="395536" y="919345"/>
            <a:ext cx="8568951" cy="0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" name="Imagem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928" y="63500"/>
            <a:ext cx="1514559" cy="764703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395535" y="2606432"/>
            <a:ext cx="8568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Century Gothic" panose="020B0502020202020204" pitchFamily="34" charset="0"/>
              </a:rPr>
              <a:t>Integrantes da Equipe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660400" y="3321590"/>
            <a:ext cx="830408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Allan Cristhian dos Santos</a:t>
            </a:r>
            <a:endParaRPr lang="pt-BR" sz="2800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pt-BR" sz="2800" dirty="0" err="1" smtClean="0">
                <a:solidFill>
                  <a:schemeClr val="bg1"/>
                </a:solidFill>
                <a:latin typeface="Century Gothic" panose="020B0502020202020204" pitchFamily="34" charset="0"/>
              </a:rPr>
              <a:t>Diuari</a:t>
            </a:r>
            <a:r>
              <a:rPr lang="pt-BR" sz="2800" smtClean="0">
                <a:solidFill>
                  <a:schemeClr val="bg1"/>
                </a:solidFill>
                <a:latin typeface="Century Gothic" panose="020B0502020202020204" pitchFamily="34" charset="0"/>
              </a:rPr>
              <a:t> Daniel </a:t>
            </a:r>
            <a:r>
              <a:rPr lang="pt-BR" sz="280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Molinari</a:t>
            </a:r>
            <a:endParaRPr lang="pt-BR" sz="2800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pt-BR" sz="280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Gabriel Felipe Santos de Oliveira</a:t>
            </a:r>
            <a:endParaRPr lang="pt-BR" sz="2800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pt-BR" sz="280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Lucas Marcelino</a:t>
            </a:r>
            <a:endParaRPr lang="pt-BR" sz="2800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pt-BR" sz="280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Tatiane Caroline Mette</a:t>
            </a:r>
            <a:endParaRPr lang="pt-BR" sz="28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395534" y="1010487"/>
            <a:ext cx="8568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Century Gothic" panose="020B0502020202020204" pitchFamily="34" charset="0"/>
              </a:rPr>
              <a:t>Turma: </a:t>
            </a:r>
            <a:r>
              <a:rPr lang="pt-BR" sz="320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Desenvolvimento C# - </a:t>
            </a:r>
            <a:r>
              <a:rPr lang="pt-BR" sz="3200" dirty="0" err="1" smtClean="0">
                <a:solidFill>
                  <a:schemeClr val="bg1"/>
                </a:solidFill>
                <a:latin typeface="Century Gothic" panose="020B0502020202020204" pitchFamily="34" charset="0"/>
              </a:rPr>
              <a:t>Proway</a:t>
            </a:r>
            <a:endParaRPr lang="pt-BR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395534" y="1765242"/>
            <a:ext cx="8568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Coordenador: </a:t>
            </a:r>
            <a:r>
              <a:rPr lang="pt-BR" sz="320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Marcelo </a:t>
            </a:r>
            <a:r>
              <a:rPr lang="pt-BR" sz="3200" dirty="0" err="1" smtClean="0">
                <a:solidFill>
                  <a:schemeClr val="bg1"/>
                </a:solidFill>
                <a:latin typeface="Century Gothic" panose="020B0502020202020204" pitchFamily="34" charset="0"/>
              </a:rPr>
              <a:t>Bernart</a:t>
            </a:r>
            <a:endParaRPr lang="pt-BR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93279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75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" presetClass="entr" presetSubtype="8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6500"/>
                            </p:stCondLst>
                            <p:childTnLst>
                              <p:par>
                                <p:cTn id="30" presetID="2" presetClass="entr" presetSubtype="8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8000"/>
                            </p:stCondLst>
                            <p:childTnLst>
                              <p:par>
                                <p:cTn id="35" presetID="2" presetClass="entr" presetSubtype="8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9500"/>
                            </p:stCondLst>
                            <p:childTnLst>
                              <p:par>
                                <p:cTn id="40" presetID="2" presetClass="entr" presetSubtype="8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1000"/>
                            </p:stCondLst>
                            <p:childTnLst>
                              <p:par>
                                <p:cTn id="45" presetID="2" presetClass="entr" presetSubtype="8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/>
          <p:cNvSpPr txBox="1"/>
          <p:nvPr/>
        </p:nvSpPr>
        <p:spPr>
          <a:xfrm>
            <a:off x="660400" y="2519997"/>
            <a:ext cx="84836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+mn-lt"/>
              </a:rPr>
              <a:t>Este projeto vem com o objetivo </a:t>
            </a:r>
            <a:r>
              <a:rPr lang="pt-BR" sz="2800" dirty="0" smtClean="0">
                <a:solidFill>
                  <a:schemeClr val="bg1"/>
                </a:solidFill>
                <a:latin typeface="+mn-lt"/>
              </a:rPr>
              <a:t>de facilitar a vida dos usuários de ferros-velhos, pois há uma certa dificuldade dos mesmos na hora de encontrarem uma devida peça. O sistema também possui um modulo web para donos de oficina terem acesso ao estoque. </a:t>
            </a:r>
            <a:endParaRPr lang="pt-BR" sz="2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290759" y="164589"/>
            <a:ext cx="8568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OLDIRON</a:t>
            </a:r>
            <a:endParaRPr lang="pt-BR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395535" y="1765242"/>
            <a:ext cx="22206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Century Gothic" panose="020B0502020202020204" pitchFamily="34" charset="0"/>
              </a:rPr>
              <a:t>Objetivo:</a:t>
            </a:r>
            <a:endParaRPr lang="pt-BR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9" name="Shape 89"/>
          <p:cNvCxnSpPr/>
          <p:nvPr/>
        </p:nvCxnSpPr>
        <p:spPr>
          <a:xfrm rot="10800000">
            <a:off x="395536" y="919345"/>
            <a:ext cx="8568951" cy="0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Imagem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928" y="63500"/>
            <a:ext cx="1514559" cy="764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943026"/>
      </p:ext>
    </p:extLst>
  </p:cSld>
  <p:clrMapOvr>
    <a:masterClrMapping/>
  </p:clrMapOvr>
  <p:transition spd="slow">
    <p:push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75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6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/>
          <p:cNvSpPr txBox="1"/>
          <p:nvPr/>
        </p:nvSpPr>
        <p:spPr>
          <a:xfrm>
            <a:off x="0" y="3204258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 smtClean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ARQUITETURA</a:t>
            </a:r>
          </a:p>
        </p:txBody>
      </p:sp>
      <p:cxnSp>
        <p:nvCxnSpPr>
          <p:cNvPr id="9" name="Shape 89"/>
          <p:cNvCxnSpPr/>
          <p:nvPr/>
        </p:nvCxnSpPr>
        <p:spPr>
          <a:xfrm rot="10800000">
            <a:off x="395536" y="919345"/>
            <a:ext cx="8568951" cy="0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Imagem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928" y="63500"/>
            <a:ext cx="1514559" cy="764703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287524" y="153463"/>
            <a:ext cx="8568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OLDIRON</a:t>
            </a:r>
            <a:endParaRPr lang="pt-BR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0488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hape 89"/>
          <p:cNvCxnSpPr/>
          <p:nvPr/>
        </p:nvCxnSpPr>
        <p:spPr>
          <a:xfrm rot="10800000">
            <a:off x="395536" y="919345"/>
            <a:ext cx="8568951" cy="0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Imagem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928" y="63500"/>
            <a:ext cx="1514559" cy="764703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287524" y="153463"/>
            <a:ext cx="8568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OLDIRON</a:t>
            </a:r>
            <a:endParaRPr lang="pt-BR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995" y="1100452"/>
            <a:ext cx="7546128" cy="512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108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hape 89"/>
          <p:cNvCxnSpPr/>
          <p:nvPr/>
        </p:nvCxnSpPr>
        <p:spPr>
          <a:xfrm rot="10800000">
            <a:off x="395536" y="919345"/>
            <a:ext cx="8568951" cy="0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Imagem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928" y="63500"/>
            <a:ext cx="1514559" cy="764703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287524" y="153463"/>
            <a:ext cx="8568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OLDIRON</a:t>
            </a:r>
            <a:endParaRPr lang="pt-BR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471" y="1010487"/>
            <a:ext cx="5183950" cy="5745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301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hape 89"/>
          <p:cNvCxnSpPr/>
          <p:nvPr/>
        </p:nvCxnSpPr>
        <p:spPr>
          <a:xfrm rot="10800000">
            <a:off x="395536" y="919345"/>
            <a:ext cx="8568951" cy="0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Imagem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928" y="63500"/>
            <a:ext cx="1514559" cy="764703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287524" y="153463"/>
            <a:ext cx="8568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OLDIRON</a:t>
            </a:r>
            <a:endParaRPr lang="pt-BR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009309"/>
            <a:ext cx="8568951" cy="569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692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hape 89"/>
          <p:cNvCxnSpPr/>
          <p:nvPr/>
        </p:nvCxnSpPr>
        <p:spPr>
          <a:xfrm rot="10800000">
            <a:off x="395536" y="919345"/>
            <a:ext cx="8568951" cy="0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Imagem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928" y="63500"/>
            <a:ext cx="1514559" cy="764703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287524" y="153463"/>
            <a:ext cx="8568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OLDIRON</a:t>
            </a:r>
            <a:endParaRPr lang="pt-BR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258107"/>
            <a:ext cx="8548122" cy="4837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929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hape 89"/>
          <p:cNvCxnSpPr/>
          <p:nvPr/>
        </p:nvCxnSpPr>
        <p:spPr>
          <a:xfrm rot="10800000">
            <a:off x="395536" y="919345"/>
            <a:ext cx="8568951" cy="0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Imagem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928" y="63500"/>
            <a:ext cx="1514559" cy="764703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287524" y="153463"/>
            <a:ext cx="8568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OLDIRON</a:t>
            </a:r>
            <a:endParaRPr lang="pt-BR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073" y="1009309"/>
            <a:ext cx="7630224" cy="548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322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hape 89"/>
          <p:cNvCxnSpPr/>
          <p:nvPr/>
        </p:nvCxnSpPr>
        <p:spPr>
          <a:xfrm rot="10800000">
            <a:off x="395536" y="919345"/>
            <a:ext cx="8568951" cy="0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Imagem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928" y="63500"/>
            <a:ext cx="1514559" cy="764703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287524" y="153463"/>
            <a:ext cx="8568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OLDIRON</a:t>
            </a:r>
            <a:endParaRPr lang="pt-BR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822" y="1009309"/>
            <a:ext cx="8254412" cy="5275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130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hape 89"/>
          <p:cNvCxnSpPr/>
          <p:nvPr/>
        </p:nvCxnSpPr>
        <p:spPr>
          <a:xfrm rot="10800000">
            <a:off x="395536" y="919345"/>
            <a:ext cx="8568951" cy="0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Imagem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928" y="63500"/>
            <a:ext cx="1514559" cy="764703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287524" y="153463"/>
            <a:ext cx="8568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OLDIRON</a:t>
            </a:r>
            <a:endParaRPr lang="pt-BR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886" y="1100452"/>
            <a:ext cx="7626962" cy="5185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848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/>
          <p:cNvSpPr txBox="1"/>
          <p:nvPr/>
        </p:nvSpPr>
        <p:spPr>
          <a:xfrm>
            <a:off x="-409575" y="1081168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pt-BR" sz="2800" dirty="0" smtClean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9" name="Shape 89"/>
          <p:cNvCxnSpPr/>
          <p:nvPr/>
        </p:nvCxnSpPr>
        <p:spPr>
          <a:xfrm rot="10800000">
            <a:off x="395536" y="919345"/>
            <a:ext cx="8568951" cy="0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Imagem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928" y="63500"/>
            <a:ext cx="1514559" cy="764703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279923" y="138324"/>
            <a:ext cx="856895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Century Gothic" panose="020B0502020202020204" pitchFamily="34" charset="0"/>
              </a:rPr>
              <a:t>OLDIRON</a:t>
            </a:r>
            <a:endParaRPr lang="pt-BR" sz="3200" b="1" dirty="0" smtClean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endParaRPr lang="pt-BR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9886" y="1081168"/>
            <a:ext cx="5345077" cy="570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459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/>
          <p:cNvSpPr txBox="1"/>
          <p:nvPr/>
        </p:nvSpPr>
        <p:spPr>
          <a:xfrm>
            <a:off x="-409575" y="1081168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pt-BR" sz="2800" dirty="0" smtClean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9" name="Shape 89"/>
          <p:cNvCxnSpPr/>
          <p:nvPr/>
        </p:nvCxnSpPr>
        <p:spPr>
          <a:xfrm rot="10800000">
            <a:off x="395536" y="919345"/>
            <a:ext cx="8568951" cy="0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Imagem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928" y="63500"/>
            <a:ext cx="1514559" cy="764703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279923" y="138324"/>
            <a:ext cx="856895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Century Gothic" panose="020B0502020202020204" pitchFamily="34" charset="0"/>
              </a:rPr>
              <a:t>OLDIRON</a:t>
            </a:r>
            <a:endParaRPr lang="pt-BR" sz="3200" b="1" dirty="0" smtClean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endParaRPr lang="pt-BR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436" y="997086"/>
            <a:ext cx="6123978" cy="5619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824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/>
          <p:cNvSpPr txBox="1"/>
          <p:nvPr/>
        </p:nvSpPr>
        <p:spPr>
          <a:xfrm>
            <a:off x="-409575" y="1081168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pt-BR" sz="2800" dirty="0" smtClean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9" name="Shape 89"/>
          <p:cNvCxnSpPr/>
          <p:nvPr/>
        </p:nvCxnSpPr>
        <p:spPr>
          <a:xfrm rot="10800000">
            <a:off x="395536" y="919345"/>
            <a:ext cx="8568951" cy="0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Imagem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928" y="63500"/>
            <a:ext cx="1514559" cy="764703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279923" y="138324"/>
            <a:ext cx="856895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Century Gothic" panose="020B0502020202020204" pitchFamily="34" charset="0"/>
              </a:rPr>
              <a:t>OLDIRON</a:t>
            </a:r>
            <a:endParaRPr lang="pt-BR" sz="3200" b="1" dirty="0" smtClean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endParaRPr lang="pt-BR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2055538" y="3195145"/>
            <a:ext cx="54248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 smtClean="0">
                <a:solidFill>
                  <a:schemeClr val="bg1"/>
                </a:solidFill>
                <a:latin typeface="+mj-lt"/>
              </a:rPr>
              <a:t>METROFRAMEWORK</a:t>
            </a:r>
            <a:endParaRPr lang="pt-BR" sz="4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55458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hape 89"/>
          <p:cNvCxnSpPr/>
          <p:nvPr/>
        </p:nvCxnSpPr>
        <p:spPr>
          <a:xfrm rot="10800000">
            <a:off x="395536" y="919345"/>
            <a:ext cx="8568951" cy="0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Imagem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928" y="63500"/>
            <a:ext cx="1514559" cy="764703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300943" y="153463"/>
            <a:ext cx="8568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Century Gothic" panose="020B0502020202020204" pitchFamily="34" charset="0"/>
              </a:rPr>
              <a:t>OLDIRON</a:t>
            </a:r>
            <a:endParaRPr lang="pt-BR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2343808" y="3226675"/>
            <a:ext cx="48269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 smtClean="0">
                <a:solidFill>
                  <a:schemeClr val="bg1"/>
                </a:solidFill>
                <a:latin typeface="+mj-lt"/>
              </a:rPr>
              <a:t>BANCO DE DADOS</a:t>
            </a:r>
            <a:endParaRPr lang="pt-BR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0907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/>
          <p:cNvSpPr txBox="1"/>
          <p:nvPr/>
        </p:nvSpPr>
        <p:spPr>
          <a:xfrm>
            <a:off x="-409575" y="1081168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pt-BR" sz="2800" dirty="0" smtClean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9" name="Shape 89"/>
          <p:cNvCxnSpPr/>
          <p:nvPr/>
        </p:nvCxnSpPr>
        <p:spPr>
          <a:xfrm rot="10800000">
            <a:off x="395536" y="919345"/>
            <a:ext cx="8568951" cy="0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Imagem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928" y="63500"/>
            <a:ext cx="1514559" cy="764703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258573" y="138324"/>
            <a:ext cx="856895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Century Gothic" panose="020B0502020202020204" pitchFamily="34" charset="0"/>
              </a:rPr>
              <a:t>OLDIRON</a:t>
            </a:r>
            <a:endParaRPr lang="pt-BR" sz="3200" b="1" dirty="0" smtClean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endParaRPr lang="pt-BR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1313793" y="3163613"/>
            <a:ext cx="66740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smtClean="0">
                <a:solidFill>
                  <a:schemeClr val="bg1"/>
                </a:solidFill>
              </a:rPr>
              <a:t>DESENVOLVIMENTO WEB</a:t>
            </a:r>
            <a:endParaRPr lang="pt-BR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0821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/>
          <p:cNvSpPr txBox="1"/>
          <p:nvPr/>
        </p:nvSpPr>
        <p:spPr>
          <a:xfrm>
            <a:off x="-409575" y="1081168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pt-BR" sz="2800" dirty="0" smtClean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9" name="Shape 89"/>
          <p:cNvCxnSpPr/>
          <p:nvPr/>
        </p:nvCxnSpPr>
        <p:spPr>
          <a:xfrm rot="10800000">
            <a:off x="395536" y="919345"/>
            <a:ext cx="8568951" cy="0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Imagem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928" y="63500"/>
            <a:ext cx="1514559" cy="764703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258573" y="138324"/>
            <a:ext cx="856895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Century Gothic" panose="020B0502020202020204" pitchFamily="34" charset="0"/>
              </a:rPr>
              <a:t>OLDIRON</a:t>
            </a:r>
            <a:endParaRPr lang="pt-BR" sz="3200" b="1" dirty="0" smtClean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endParaRPr lang="pt-BR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1156138" y="3163613"/>
            <a:ext cx="70209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smtClean="0">
                <a:solidFill>
                  <a:schemeClr val="bg1"/>
                </a:solidFill>
              </a:rPr>
              <a:t>OBRIGADO PELA ATENÇÃO</a:t>
            </a:r>
            <a:endParaRPr lang="pt-BR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9676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Executivo">
  <a:themeElements>
    <a:clrScheme name="Executivo">
      <a:dk1>
        <a:srgbClr val="000000"/>
      </a:dk1>
      <a:lt1>
        <a:srgbClr val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1212</TotalTime>
  <Words>108</Words>
  <Application>Microsoft Office PowerPoint</Application>
  <PresentationFormat>Apresentação na tela (4:3)</PresentationFormat>
  <Paragraphs>31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3" baseType="lpstr">
      <vt:lpstr>Calibri</vt:lpstr>
      <vt:lpstr>Palatino Linotype</vt:lpstr>
      <vt:lpstr>Century Gothic</vt:lpstr>
      <vt:lpstr>Courier New</vt:lpstr>
      <vt:lpstr>Arial</vt:lpstr>
      <vt:lpstr>Executivo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Renam Eduardo Carvalho Pereira</dc:creator>
  <cp:lastModifiedBy>Tatiane Caroline Mette</cp:lastModifiedBy>
  <cp:revision>61</cp:revision>
  <dcterms:modified xsi:type="dcterms:W3CDTF">2018-10-02T01:44:25Z</dcterms:modified>
</cp:coreProperties>
</file>